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Retorno dos Lucros: A Força das Empresas de Saúde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Introdução</a:t>
            </a:r>
          </a:p>
          <a:p/>
          <a:p>
            <a:r>
              <a:t>No universo dos investimentos em saúde, surgem empresas que combinam escala, inovação e demanda constante. Mesmo em cenários econômicos desafiadores, o setor tende a manter relevância estrutural e representa uma aposta estratégica para investidores.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Empresas de Saúde na Bolsa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Cinco empresas exemplares em diferentes segmentos do setor de saúde — seguros, provedores, equipamentos e farmacêuticas.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UnitedHealth Group (EUA)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Foco: Seguro de saúde e serviços integrados.</a:t>
            </a:r>
          </a:p>
          <a:p>
            <a:r>
              <a:t>Região: Principalmente EUA, com presença global.</a:t>
            </a:r>
          </a:p>
          <a:p>
            <a:r>
              <a:t>Serviços: Planos de saúde, cobertura Medicare/Medicaid, serviços de TI e análise de dados.</a:t>
            </a:r>
          </a:p>
          <a:p>
            <a:r>
              <a:t>Resumo: Cobre e cuida de milhões de pessoas, atuando em seguros e serviços diretos.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Johnson &amp; Johnson (EUA / Global)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Foco: Farmacêutica, biotecnologia, equipamentos médicos e produtos de consumo.</a:t>
            </a:r>
          </a:p>
          <a:p>
            <a:r>
              <a:t>Região: Operações em dezenas de países.</a:t>
            </a:r>
          </a:p>
          <a:p>
            <a:r>
              <a:t>Serviços: Desenvolvimento de medicamentos, equipamentos e produtos de higiene.</a:t>
            </a:r>
          </a:p>
          <a:p>
            <a:r>
              <a:t>Resumo: Empresa clássica da saúde, com diversificação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AbbVie Inc. (EUA / Global)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Foco: Biotecnologia farmacêutica (doenças crônicas, autoimunes e oncológicas).</a:t>
            </a:r>
          </a:p>
          <a:p>
            <a:r>
              <a:t>Região: Presença em mais de 175 mercados.</a:t>
            </a:r>
          </a:p>
          <a:p>
            <a:r>
              <a:t>Serviços: Desenvolvimento de medicamentos para imunologia, oncologia e neurologia.</a:t>
            </a:r>
          </a:p>
          <a:p>
            <a:r>
              <a:t>Resumo: Foco em inovação e tratamentos de alta complexidade.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HCA Healthcare, Inc. (EUA)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Foco: Serviços hospitalares e centros médicos.</a:t>
            </a:r>
          </a:p>
          <a:p>
            <a:r>
              <a:t>Região: Estados Unidos.</a:t>
            </a:r>
          </a:p>
          <a:p>
            <a:r>
              <a:t>Serviços: Operação de hospitais, clínicas e centros de urgência.</a:t>
            </a:r>
          </a:p>
          <a:p>
            <a:r>
              <a:t>Resumo: Infraestrutura da saúde — hospitais e clínicas que prestam atendimento direto.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Baxter International Inc. (EUA / Global)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Foco: Equipamentos médicos e terapias.</a:t>
            </a:r>
          </a:p>
          <a:p>
            <a:r>
              <a:t>Região: Global.</a:t>
            </a:r>
          </a:p>
          <a:p>
            <a:r>
              <a:t>Serviços: Equipamentos intravenosos, tratamento renal e suporte cirúrgico.</a:t>
            </a:r>
          </a:p>
          <a:p>
            <a:r>
              <a:t>Resumo: Fornece insumos e equipamentos essenciais para o sistema de saúde.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essas empresas são relevantes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Demanda estrutural e constante.</a:t>
            </a:r>
          </a:p>
          <a:p>
            <a:r>
              <a:t>• Diversificação geográfica e de segmento.</a:t>
            </a:r>
          </a:p>
          <a:p>
            <a:r>
              <a:t>• Inovação e envelhecimento populacional impulsionam o crescimento.</a:t>
            </a:r>
          </a:p>
          <a:p>
            <a:r>
              <a:t>• Setor resiliente, mas regulado e competitivo.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capítulo introdutório apresentou cinco grandes empresas de saúde listadas em bolsa, com foco, região e tipo de produto/serviço.</a:t>
            </a:r>
          </a:p>
          <a:p/>
          <a:p>
            <a:r>
              <a:t>Nos próximos capítulos: análises financeiras, tendências, riscos e estratégias para montar uma carteira de investimentos em saúde.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